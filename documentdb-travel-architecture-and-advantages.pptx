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 + MCP + Flask Cache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analytics with persistent Q&amp;A memory and token-aware responses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1F3C52"/>
          </a:solidFill>
          <a:ln w="15240">
            <a:solidFill>
              <a:srgbClr val="3C5E7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7004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trace + metrics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17520" y="205740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1C4C56"/>
          </a:solidFill>
          <a:ln w="15240">
            <a:solidFill>
              <a:srgbClr val="2A8F8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267004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tool orchestration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52160" y="205740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1F3C52"/>
          </a:solidFill>
          <a:ln w="15240">
            <a:solidFill>
              <a:srgbClr val="3C5E7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22402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DocumentDB MCP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35040" y="2670048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aggregate / count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0" y="205740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1C4C56"/>
          </a:solidFill>
          <a:ln w="15240">
            <a:solidFill>
              <a:srgbClr val="2A8F8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22402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2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DocumentDB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69680" y="26700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traveldb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7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qa_history cache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2724912"/>
            <a:ext cx="201168" cy="50292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23560" y="2724912"/>
            <a:ext cx="201168" cy="50292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2724912"/>
            <a:ext cx="201168" cy="502920"/>
          </a:xfrm>
          <a:prstGeom prst="chevron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519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E5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Cache-first path: Flask checks qa_history before any new LLM/tool work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1/3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 With Cache Decision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05156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DCEEFE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179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question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0" y="11795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text + start timer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0760" y="175564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192024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D7F0EA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048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Build question embedding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0482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OpenAI/Azure embedding model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62432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22960" y="278892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9EEF9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916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Cache lookup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57600" y="291693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 then cosine similarity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349300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365760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DCFCE7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37856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4a. Cache HIT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0" y="378561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answer, trace, tokens saved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080760" y="436168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22960" y="452628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FEE2E2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4b. Cache MISS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657600" y="4654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MCP tools + LLM answer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80760" y="5230368"/>
            <a:ext cx="0" cy="146304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22960" y="5394960"/>
            <a:ext cx="10515600" cy="694944"/>
          </a:xfrm>
          <a:prstGeom prst="roundRect">
            <a:avLst>
              <a:gd name="adj" fmla="val 6579"/>
            </a:avLst>
          </a:prstGeom>
          <a:solidFill>
            <a:srgbClr val="E2E8F0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55229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Persist qa_history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657600" y="552297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vector, usage, timing, counters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2/3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for Cost, Speed, and Reliability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LLM Cost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11680"/>
            <a:ext cx="31546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hits avoid repeated prompt/completion tokens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questions reuse prior answers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savings exposed on every response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1887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Responses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31546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hit bypasses tool + LLM latency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time shown per question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repeat analytics workflows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63840" y="1188720"/>
            <a:ext cx="3611880" cy="4526280"/>
          </a:xfrm>
          <a:prstGeom prst="roundRect">
            <a:avLst>
              <a:gd name="adj" fmla="val 202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1444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Traceability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92440" y="2011680"/>
            <a:ext cx="31546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history stored in DocumentDB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trace persisted with each answer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audit and optimization loops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5943600"/>
            <a:ext cx="10835640" cy="475488"/>
          </a:xfrm>
          <a:prstGeom prst="roundRect">
            <a:avLst>
              <a:gd name="adj" fmla="val 15385"/>
            </a:avLst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60533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better user experience + controlled token spend + reusable analytics memory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3/3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Assistant - Architecture and Advantages</dc:title>
  <dc:subject>Architecture and Advantages</dc:subject>
  <dc:creator>DocumentDB Travel MCP Sample</dc:creator>
  <cp:lastModifiedBy>DocumentDB Travel MCP Sample</cp:lastModifiedBy>
  <cp:revision>1</cp:revision>
  <dcterms:created xsi:type="dcterms:W3CDTF">2026-06-03T14:43:14Z</dcterms:created>
  <dcterms:modified xsi:type="dcterms:W3CDTF">2026-06-03T14:43:14Z</dcterms:modified>
</cp:coreProperties>
</file>